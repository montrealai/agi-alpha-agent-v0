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507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NIST AI RMF 1.0 (conceptual alignment): https://www.nist.gov/itl/ai-risk-management-framework
- NIST SP 800-53 Rev.5 (security controls alignment): https://csrc.nist.gov/publications/detail/sp/800-53/rev-5/final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NIST AI RMF 1.0: https://www.nist.gov/itl/ai-risk-management-framework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NIST AI RMF 1.0: https://www.nist.gov/itl/ai-risk-management-framework
- NIST SP 800-53 Rev.5: https://csrc.nist.gov/publications/detail/sp/800-53/rev-5/final
- SLSA framework: https://slsa.dev/
- CycloneDX SBOM: https://cyclonedx.org/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SLSA: https://slsa.dev/
- CycloneDX: https://cyclonedx.org/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280160"/>
            <a:ext cx="10637215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" y="1280160"/>
            <a:ext cx="73152" cy="4206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" y="164592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Autonomy</a:t>
            </a:r>
            <a:endParaRPr lang="en-US" sz="4800" dirty="0"/>
          </a:p>
          <a:p>
            <a:pPr marL="0" indent="0">
              <a:buNone/>
            </a:pPr>
            <a:r>
              <a:rPr lang="en-US" sz="4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Plane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3246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 deployment of agentic AI under adversarial assumptions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3886200"/>
            <a:ext cx="1234440" cy="27432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391363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Proof-native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3886200"/>
            <a:ext cx="1234440" cy="27432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391363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Policy-bound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86200" y="3886200"/>
            <a:ext cx="1234440" cy="2743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86200" y="391363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Fail-closed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Montreal.AI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Board-ready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822960"/>
            <a:ext cx="5440680" cy="53035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63640" y="822960"/>
            <a:ext cx="5285232" cy="53035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0515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models can behave strategically (deception, sandbagging, context-shifting).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Tool-use turns outputs into real-world side effects (data, compute, identity).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Non-stationarity (drift, continual learning) can invalidate naive evaluations.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1051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Best-practice response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141732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Assume model outputs are untrusted; validate before commit.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trust to the control plane: policy gates, proofs, replay, audit.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autonomy only as fast as verification and incident response.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37960" y="4480560"/>
            <a:ext cx="4754880" cy="14173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20840" y="4617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invariants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48920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autonomy without authority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value without evidence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settlement without validation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 model (Footprints → operational risks)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960120"/>
            <a:ext cx="5158588" cy="2148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960120"/>
            <a:ext cx="73152" cy="21488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188720"/>
            <a:ext cx="47013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deception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47013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Misrepresent intent/capability when incentives change.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1588" y="960120"/>
            <a:ext cx="5158588" cy="2148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01588" y="960120"/>
            <a:ext cx="73152" cy="214884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0188" y="1188720"/>
            <a:ext cx="47013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awareness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0188" y="1645920"/>
            <a:ext cx="47013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tests and shift behavior across contexts.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429000"/>
            <a:ext cx="5158588" cy="2148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429000"/>
            <a:ext cx="73152" cy="2148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3657600"/>
            <a:ext cx="47013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Tool-mediated autonomy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4114800"/>
            <a:ext cx="47013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tools to create side effects (data, compute, identity).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1588" y="3429000"/>
            <a:ext cx="5158588" cy="2148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01588" y="3429000"/>
            <a:ext cx="73152" cy="2148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30188" y="3657600"/>
            <a:ext cx="47013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Persistence &amp; coordination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30188" y="4114800"/>
            <a:ext cx="47013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Exploit memory, hidden channels, or multi-agent dynamics.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5623560"/>
            <a:ext cx="10728655" cy="640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0120" y="5687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implication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5989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evaluation as adversarial and actuation as a controlled commit protocol.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3/27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Footprints → control-plane requirements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822960"/>
            <a:ext cx="10911535" cy="53492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143000"/>
            <a:ext cx="329184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143000"/>
            <a:ext cx="329184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325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Authority &amp; identity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691640"/>
            <a:ext cx="2926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identities (humans, nodes, tools)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Separation of duties + dual control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Policy-as-code gates + versioning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custody, rotation, revocation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143000"/>
            <a:ext cx="329184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43400" y="1143000"/>
            <a:ext cx="329184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26280" y="1325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Containment &amp; validation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1691640"/>
            <a:ext cx="2926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JobSpec as contract + acceptance tests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run + replayability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outputs as untrusted inputs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Two-phase commit for actuation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18120" y="1143000"/>
            <a:ext cx="329184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818120" y="1143000"/>
            <a:ext cx="329184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01000" y="1325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Ops &amp; governance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01000" y="1691640"/>
            <a:ext cx="2926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+ drift detection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Brakes: pause / quarantine / rollback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Supply-chain provenance + SBOM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Timelocked upgrades + rehearsals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4/27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Two-plane design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Two-plane architecture synchronized by proofs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Integrity plane (rules)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508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Runtime plane (throughput)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1828800"/>
            <a:ext cx="4983480" cy="3611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73152" cy="361188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2057400"/>
            <a:ext cx="4526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&amp; role registry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commitments &amp; versioning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Escrow · staking · slashing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 rules &amp; dispute hooks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Upgrade gates &amp; emergency pause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4873752" cy="3611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73152" cy="36118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29400" y="2057400"/>
            <a:ext cx="4434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nodes execute jobs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Sidecars meter compute + I/O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Validators replay + attest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Sentinels monitor drift + health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consoles enforce policy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97880" y="2926080"/>
            <a:ext cx="5029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0" y="4023360"/>
            <a:ext cx="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5/27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Proof kernel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JobSpec → Proof → Validation → Receipt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that replaces trust with evidence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for observer-dependent behavior: correctness is established by checks and replays, not model self-report.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237744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2377440"/>
            <a:ext cx="237744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JobSpec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88036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+ constraints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tests + SLOs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352044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11880" y="2377440"/>
            <a:ext cx="237744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11880" y="2377440"/>
            <a:ext cx="237744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9476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Proof bundle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94760" y="288036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Pinned env + SBOM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Logs, hashes, telemetry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352044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09360" y="2377440"/>
            <a:ext cx="237744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0" y="2377440"/>
            <a:ext cx="237744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288036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 + tests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Quorum + disputes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0" y="352044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06840" y="2377440"/>
            <a:ext cx="237744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006840" y="2377440"/>
            <a:ext cx="237744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8972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Receipt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89720" y="288036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work unit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Audit-ready record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6/27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 safety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Two-phase commit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Prevent “execute then regret”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Irreversible actions must be staged, independently validated, and only then committed with scoped credentials.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148840"/>
            <a:ext cx="3246120" cy="2651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2148840"/>
            <a:ext cx="324612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23774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83464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produces an action plan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bounded parameters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60520" y="347472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34840" y="2148840"/>
            <a:ext cx="3246120" cy="2651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34840" y="2148840"/>
            <a:ext cx="32461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23774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283464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engine + tests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human gate (as needed)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80960" y="347472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55280" y="2148840"/>
            <a:ext cx="3246120" cy="2651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955280" y="2148840"/>
            <a:ext cx="324612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83880" y="283464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Actuator executes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scoped credentials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receipt emitted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97280" y="4983480"/>
            <a:ext cx="9997135" cy="10515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25880" y="51206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policy gates (default posture)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53949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Default-deny tool access; explicit allowlists per domain and job. Approval gates for identity, finance, compute provisioning, and data export. Receipts + evidence bundles for every action.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7/27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 &amp; continual learning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persistence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Treat persistence as an attack surface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state survives across jobs (memories, caches, profiles), enforce structure, scanning, access controls, and revocation.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5349240" cy="388620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55080" y="2011680"/>
            <a:ext cx="5166360" cy="388620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2240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Chronicle hardening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606040"/>
            <a:ext cx="48920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structured, typed records (avoid free-form prompt blobs).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+ scan artifacts before write and before read.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control: separate write vs read vs replay.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+ revocation: quarantine and roll back corrupted state.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240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Continual learning governance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606040"/>
            <a:ext cx="47548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learning like a release pipeline: signed artifact + review + promote.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Disallow opaque online updates where replayability is required.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 monitoring fails closed on unapproved behavioral diffs.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personalization from safety policy + tool permissions.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8/27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verification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Replay beats rhetoric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should not depend on the model explaining itself. It should depend on independent replay, tests, and evidence.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5349240" cy="384048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55080" y="2057400"/>
            <a:ext cx="5166360" cy="384048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2286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Already in the design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4892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Replay-based validation and acceptance tests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Commit–reveal attestations with bonded stake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packs for disputes and slashing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Sentinels for drift and health monitoring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Best-practice upgrades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65176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Quorum diversity: independent operators + randomized assignment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auditor validator (periodic sampling)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Collusion detection: correlated voting + shared infra signals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Red-team suite for validator manipulation and covert channels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9/27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+ incident drills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Operate like security-critical infrastructure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5349240" cy="34747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166360" cy="34747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2148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Always-on observability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514600"/>
            <a:ext cx="48920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telemetry: usage, tool calls, egress, policy decisions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Dashboards: SLO drift, validator participation, dispute rate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Alerts: anomalous performance, unexpected tool usage, egress spikes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receipts/logs into SIEM and GRC pipelines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Fail-closed drill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7548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Pause: stop payouts and risky actuation immediately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Quarantine: isolate nodes/validators; tighten allowlists; rotate keys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Recover: deterministic replay + RCA; rollback changes; resume gradually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Postmortem: update policies, tests, and red-team suites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10/27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Assurance &amp; provenance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control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by pipeline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code, policies, and models as supply-chain artifacts with provenance and reproducibility requirements.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10652760" cy="3840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2331720"/>
            <a:ext cx="309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 assurance wall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697480"/>
            <a:ext cx="3093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checks: determinism, tests, security, provenance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Fail-closed merges: no deploy unless wall is green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Machine-readable audit artifacts exported continuously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65320" y="2240280"/>
            <a:ext cx="0" cy="3474720"/>
          </a:xfrm>
          <a:prstGeom prst="line">
            <a:avLst/>
          </a:prstGeom>
          <a:noFill/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93920" y="2331720"/>
            <a:ext cx="309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 provenance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93920" y="2697480"/>
            <a:ext cx="3093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Allowlisted signers + rotation under policy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SBOM per release + dependency drift detection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Traceability: artifact hash → commit → signer → deploy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6240" y="2240280"/>
            <a:ext cx="0" cy="3474720"/>
          </a:xfrm>
          <a:prstGeom prst="line">
            <a:avLst/>
          </a:prstGeom>
          <a:noFill/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44840" y="2331720"/>
            <a:ext cx="309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Upgrade gates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44840" y="2697480"/>
            <a:ext cx="3093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Timelocked upgrades + rehearsals + rollback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brakes override schedules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 are part of every proof bundle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11/27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Model-as-supplier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portability is a safety and resilience feature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5349240" cy="34747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166360" cy="34747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2148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514600"/>
            <a:ext cx="4892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vendor lock-in for safety-critical workflows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over quickly when a model shows unsafe behavior or downtime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by capability tier, cost, latency, and risk posture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best practices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“Model Adapter” interface (schemas + tool APIs)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stays downstream; treat every model generation as untrusted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Policy-controlled routing and allowlists per model/tier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model version/configuration into proof bundles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5577840"/>
            <a:ext cx="10652760" cy="7315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43000" y="5742432"/>
            <a:ext cx="1019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Moat note: governance stays constant while upstream models are interchangeable.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12/27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Residual risk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it explicit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control plane mitigates — and what it cannot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5349240" cy="39776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166360" cy="39776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2148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Mitigated by the control plane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514600"/>
            <a:ext cx="4892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Observer-dependent behavior → replay/tests establish correctness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Unauthorized tool use → deny-by-default + scoped credentials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gaps → receipts, provenance, change control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 → pause/quarantine/rollback with preserved evidence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 to manage explicitly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 that are not acceptance-testable (subjective/social)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Covert channels and multi-agent coordination beyond MVP detectors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 attacks on validator incentives at scale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factors: approvals, credential theft, misconfiguration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13/27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 days to readiness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90-day plan to institutional readiness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3149498" cy="3520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1874520"/>
            <a:ext cx="3149498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057400"/>
            <a:ext cx="27837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0–30 days: pilot kernel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278373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1–2 high-value workflows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JobSpecs + acceptance tests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private runtimes + receipts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first incident drill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29658" y="1874520"/>
            <a:ext cx="3149498" cy="3520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29658" y="1874520"/>
            <a:ext cx="3149498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2538" y="2057400"/>
            <a:ext cx="27837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30–60 days: harden controls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2538" y="2560320"/>
            <a:ext cx="278373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Two-phase commit for actuation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Quorum validation + dispute packs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Chronicle schema + sanitization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SIEM export + dashboards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44917" y="1874520"/>
            <a:ext cx="3149498" cy="3520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944917" y="1874520"/>
            <a:ext cx="3149498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27797" y="2057400"/>
            <a:ext cx="27837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60–90 days: audit &amp; scale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7797" y="2560320"/>
            <a:ext cx="278373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security review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SLSA/SBOM requirements in CI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Portability adapters + routing policies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workload surface with gates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5577840"/>
            <a:ext cx="10652760" cy="7315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5742432"/>
            <a:ext cx="1019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criteria: repeatable proofs, bounded actuation, auditable upgrades, practiced fail-closed posture.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14/27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463040"/>
            <a:ext cx="10637215" cy="3931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" y="1463040"/>
            <a:ext cx="10637215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" y="20116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Addendum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143000" y="2926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Hardening templates for runtime containment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361188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Egress policy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model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gating matrix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Covert-channel detection + response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Egress control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Default-deny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Outbound traffic is an actuator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Assume the system will try to exfiltrate data, acquire compute, or establish hidden comms. Treat egress as high-risk actuation.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5349240" cy="384048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55080" y="2057400"/>
            <a:ext cx="5166360" cy="384048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2286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Threats to contain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4892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Exfiltrate sensitive data or model artifacts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Acquire accounts/compute (replication steps)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comms for coordination/persistence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Probe internal network topology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Controls that scale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65176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direct internet from runtime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tool calls via policy-enforcing proxies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Domain/IP allowlists per workflow + action class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limits + DLP/redaction before transmit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limits + anomaly detection + fail-closed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16/27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Egress policy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Policy-as-code for outbound traffic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0652760" cy="41605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2011680"/>
            <a:ext cx="10195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egress_policy: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default: deny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scope: {workflow_id, job_id, environment}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enforcement: {dns_allowlist: true, http_proxy: true, smtp_blocked: true}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id: VENDOR_API_CALL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action_class: A2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destinations: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type: dns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pattern: "api.vendor.example"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protocol: https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methods: [GET, POST]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max_request_kb: 32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max_response_kb: 256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data_tags_allowed: [public, internal]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auth: "sts:job_token"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rate_limit: {rps: 2, burst: 5}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require_receipt: true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deny_patterns: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"*.paste.*"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"*.tunnel.*"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"console.*"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alerts: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when: "bytes_out &gt; baseline*3"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do: [block, quarantine_job, page_oncall]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17/27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Egress enforcement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architecture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Policy-enforcing proxies + receipts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148840"/>
            <a:ext cx="237744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237744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runtime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69748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direct network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Emits tool intents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324612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0" y="2148840"/>
            <a:ext cx="237744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0" y="2148840"/>
            <a:ext cx="237744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proxy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269748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validation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Injects scoped creds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request hashes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324612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0760" y="2148840"/>
            <a:ext cx="237744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0760" y="2148840"/>
            <a:ext cx="237744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Egress gateway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269748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Default-deny allowlists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DLP/redaction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limits + quarantine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58200" y="324612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686800" y="2148840"/>
            <a:ext cx="237744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86800" y="2148840"/>
            <a:ext cx="237744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86968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External services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69680" y="269748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via approved routes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Receipts for every call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" y="4617720"/>
            <a:ext cx="10652760" cy="14173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430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enforcement checklist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50292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allowlist + sinkhole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HTTP(S) proxy with method + size limits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SMTP/P2P/raw sockets by default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receipts for every outbound call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50292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bytes_out, deny hits, destination entropy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Automate: pause job, revoke tokens, page on-call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18/27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Secrets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credentials out of the model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Secrets model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965960"/>
            <a:ext cx="5349240" cy="39776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1965960"/>
            <a:ext cx="5166360" cy="39776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Secrets tiers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56032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0 — Root keys (HSM/Vault): mint short-lived tokens only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1 — Service identities: workload identity / mTLS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2 — Job-scoped tokens: minutes TTL, audience/tool-bound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3 — Data grants: purpose-limited, row/field-level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194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Handling rules (non-negotiables)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secrets in prompts, memory, or logs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 privilege per action class; separate propose vs commit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proxy injects auth (model never sees credentials)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Rotation and revocation are first-class ops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secret use emits a receipt (correlate to job + policy)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19/27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Secrets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vending machine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Short-lived job tokens (audience-bound)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148840"/>
            <a:ext cx="19659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196596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Intent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633472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proposes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+ params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3154680"/>
            <a:ext cx="14630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17520" y="2148840"/>
            <a:ext cx="19659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17520" y="2148840"/>
            <a:ext cx="196596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54680" y="2331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Policy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54680" y="2633472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engine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class/rate/egress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3154680"/>
            <a:ext cx="14630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166360" y="2148840"/>
            <a:ext cx="19659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66360" y="2148840"/>
            <a:ext cx="196596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0" y="2331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STS mint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2633472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short-lived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token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3154680"/>
            <a:ext cx="14630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0" y="2148840"/>
            <a:ext cx="19659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15200" y="2148840"/>
            <a:ext cx="196596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52360" y="2331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Proxy call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52360" y="2633472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 token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schema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tool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281160" y="3154680"/>
            <a:ext cx="14630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464040" y="2148840"/>
            <a:ext cx="19659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464040" y="2148840"/>
            <a:ext cx="1965960" cy="7315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01200" y="2331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5) Receipt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0" y="2633472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receipt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who/what/when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version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4400" y="4526280"/>
            <a:ext cx="10652760" cy="15087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43000" y="4663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Minimum token properties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43000" y="493776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TTL ≤ 5 minutes · revocable · one tool only (audience)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 to job_id/workflow_id/action_class/policy_version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returned to model text; stored only in proxy memory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Rate-limited; break-glass requires dual control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20/27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 taxonomy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before you automate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Minimum viable action classes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by class (not by prompt). Default-deny for A3–A5; explicit allowlists only.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103120"/>
            <a:ext cx="10652760" cy="3886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2103120"/>
            <a:ext cx="10652760" cy="4572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2219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22219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221992"/>
            <a:ext cx="6446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2560320"/>
            <a:ext cx="10652760" cy="566928"/>
          </a:xfrm>
          <a:prstGeom prst="rect">
            <a:avLst/>
          </a:prstGeom>
          <a:solidFill>
            <a:srgbClr val="0F1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51560" y="2670048"/>
            <a:ext cx="640080" cy="34747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27157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0F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272491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7249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Retrieval, analysis, summarization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3236976"/>
            <a:ext cx="640080" cy="34747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51560" y="328269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0F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32918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/ stage (reversible)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291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in sandbox or staging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3694176"/>
            <a:ext cx="10652760" cy="566928"/>
          </a:xfrm>
          <a:prstGeom prst="rect">
            <a:avLst/>
          </a:prstGeom>
          <a:solidFill>
            <a:srgbClr val="0F1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51560" y="3803904"/>
            <a:ext cx="640080" cy="347472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1560" y="384962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0F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0" y="385876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write (bounded)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858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Tickets, internal APIs, staging DB writes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51560" y="4370832"/>
            <a:ext cx="640080" cy="34747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51560" y="44165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0F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828800" y="442569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comms / data export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4256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Email, uploads, publishing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4400" y="4828032"/>
            <a:ext cx="10652760" cy="566928"/>
          </a:xfrm>
          <a:prstGeom prst="rect">
            <a:avLst/>
          </a:prstGeom>
          <a:solidFill>
            <a:srgbClr val="0F1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51560" y="4937760"/>
            <a:ext cx="640080" cy="347472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51560" y="49834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0F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828800" y="499262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Regulated / irreversible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37760" y="49926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Payments, identity/KYC, signing, legal commitments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51560" y="5504688"/>
            <a:ext cx="640080" cy="347472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51560" y="55504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0F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828800" y="555955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 / code exec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37760" y="55595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 compute, create creds, deploy to prod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21/27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 gating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gates to class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Default gating matrix (starter)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strongest required gate across all tools involved. Use “conditional” based on data classification, destination, and business impact.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10652760" cy="3977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2057400"/>
            <a:ext cx="10652760" cy="475488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217627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0" y="2148840"/>
            <a:ext cx="0" cy="3794760"/>
          </a:xfrm>
          <a:prstGeom prst="line">
            <a:avLst/>
          </a:prstGeom>
          <a:noFill/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48840" y="21762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2148840"/>
            <a:ext cx="0" cy="3794760"/>
          </a:xfrm>
          <a:prstGeom prst="line">
            <a:avLst/>
          </a:prstGeom>
          <a:noFill/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77640" y="21762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2148840"/>
            <a:ext cx="0" cy="3794760"/>
          </a:xfrm>
          <a:prstGeom prst="line">
            <a:avLst/>
          </a:prstGeom>
          <a:noFill/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89320" y="21762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0" y="2148840"/>
            <a:ext cx="0" cy="3794760"/>
          </a:xfrm>
          <a:prstGeom prst="line">
            <a:avLst/>
          </a:prstGeom>
          <a:noFill/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09560" y="21762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01200" y="2148840"/>
            <a:ext cx="0" cy="3794760"/>
          </a:xfrm>
          <a:prstGeom prst="line">
            <a:avLst/>
          </a:prstGeom>
          <a:noFill/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38360" y="21762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Receipts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2532888"/>
            <a:ext cx="10652760" cy="530352"/>
          </a:xfrm>
          <a:prstGeom prst="rect">
            <a:avLst/>
          </a:prstGeom>
          <a:solidFill>
            <a:srgbClr val="0F1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51560" y="2642616"/>
            <a:ext cx="640080" cy="31089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51560" y="26791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0F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48840" y="2642616"/>
            <a:ext cx="1463040" cy="31089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148840" y="26700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977640" y="2642616"/>
            <a:ext cx="1645920" cy="310896"/>
          </a:xfrm>
          <a:prstGeom prst="round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77640" y="26700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89320" y="2642616"/>
            <a:ext cx="1554480" cy="310896"/>
          </a:xfrm>
          <a:prstGeom prst="round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89320" y="26700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09560" y="2642616"/>
            <a:ext cx="1463040" cy="310896"/>
          </a:xfrm>
          <a:prstGeom prst="round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909560" y="26700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738360" y="2642616"/>
            <a:ext cx="1600200" cy="310896"/>
          </a:xfrm>
          <a:prstGeom prst="round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738360" y="267004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51560" y="3172968"/>
            <a:ext cx="640080" cy="31089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51560" y="320954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0F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148840" y="3172968"/>
            <a:ext cx="1463040" cy="31089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148840" y="32004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977640" y="3172968"/>
            <a:ext cx="1645920" cy="310896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977640" y="3200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89320" y="3172968"/>
            <a:ext cx="1554480" cy="310896"/>
          </a:xfrm>
          <a:prstGeom prst="round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89320" y="32004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909560" y="3172968"/>
            <a:ext cx="1463040" cy="31089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909560" y="32004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sandbox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738360" y="3172968"/>
            <a:ext cx="1600200" cy="310896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738360" y="320040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14400" y="3593592"/>
            <a:ext cx="10652760" cy="530352"/>
          </a:xfrm>
          <a:prstGeom prst="rect">
            <a:avLst/>
          </a:prstGeom>
          <a:solidFill>
            <a:srgbClr val="0F1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51560" y="3703320"/>
            <a:ext cx="640080" cy="310896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51560" y="373989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0F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148840" y="3703320"/>
            <a:ext cx="1463040" cy="310896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148840" y="37307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allowlist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977640" y="3703320"/>
            <a:ext cx="1645920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977640" y="37307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replay+tests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989320" y="3703320"/>
            <a:ext cx="1554480" cy="310896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989320" y="3730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909560" y="3703320"/>
            <a:ext cx="1463040" cy="310896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909560" y="37307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token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738360" y="3703320"/>
            <a:ext cx="1600200" cy="310896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738360" y="373075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051560" y="4233672"/>
            <a:ext cx="640080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051560" y="42702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0F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A3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148840" y="4233672"/>
            <a:ext cx="1463040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148840" y="4261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977640" y="4233672"/>
            <a:ext cx="1645920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977640" y="42611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replay+tests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989320" y="4233672"/>
            <a:ext cx="1554480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989320" y="426110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909560" y="4233672"/>
            <a:ext cx="1463040" cy="310896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909560" y="4261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token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9738360" y="4233672"/>
            <a:ext cx="1600200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738360" y="426110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receipt+audit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14400" y="4654296"/>
            <a:ext cx="10652760" cy="530352"/>
          </a:xfrm>
          <a:prstGeom prst="rect">
            <a:avLst/>
          </a:prstGeom>
          <a:solidFill>
            <a:srgbClr val="0F1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051560" y="4764024"/>
            <a:ext cx="640080" cy="310896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1051560" y="48006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0F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A4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148840" y="4764024"/>
            <a:ext cx="1463040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2148840" y="47914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977640" y="4764024"/>
            <a:ext cx="1645920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977640" y="47914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replay+tests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5989320" y="4764024"/>
            <a:ext cx="1554480" cy="310896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5989320" y="47914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7909560" y="4764024"/>
            <a:ext cx="1463040" cy="310896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7909560" y="47914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token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9738360" y="4764024"/>
            <a:ext cx="1600200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9738360" y="479145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receipt+audit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1051560" y="5294376"/>
            <a:ext cx="640080" cy="310896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051560" y="5330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0F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A5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2148840" y="5294376"/>
            <a:ext cx="1463040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2148840" y="53218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3977640" y="5294376"/>
            <a:ext cx="1645920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3977640" y="53218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replay+tests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989320" y="5294376"/>
            <a:ext cx="1554480" cy="310896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989320" y="53218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7909560" y="5294376"/>
            <a:ext cx="1463040" cy="310896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7909560" y="53218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token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9738360" y="5294376"/>
            <a:ext cx="1600200" cy="3108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9738360" y="532180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receipt+audit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22/27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Covert channels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Assume steganography is possible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Treat persistence as a communication surface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coordination can ride in text, logs, memory, metadata, and tool payloads. Add cheap defenses first.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5349240" cy="384048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55080" y="2057400"/>
            <a:ext cx="5166360" cy="384048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2286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they hide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4892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High-entropy blobs (base64/hex, compressed)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Unicode invisibles (zero-width, homoglyphs)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Whitespace/punctuation encoding schemes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“Notes to the future” in logs/memory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payloads (URLs, headers, metadata)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Cheap defenses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65176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outputs (Unicode NFC; strip invisibles)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 formats with schemas; minimize free-form fields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before persistence, egress, and commit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Size/rate-limit artifacts; randomized validation sampling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Canary tokens + exfil monitors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23/27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Covert channels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checklist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Minimal detection checklist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965960"/>
            <a:ext cx="5349240" cy="34747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1965960"/>
            <a:ext cx="5166360" cy="34747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Normalize &amp; constrain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560320"/>
            <a:ext cx="4892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Unicode NFC; strip zero-width/invisible chars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Canonicalize whitespace and line endings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schemas (allowlist fields)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 size: max tokens/chars/attachments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Disallow executable artifacts in memory by default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“notes” from “state” (no free-text state writes)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194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Scan &amp; monitor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47548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base64/hex + high-entropy blobs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Similarity detection across runs (repeat markers)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Canary tokens + honey URLs (alert on resolution)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DLP/classification on all outbound payloads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on unusual egress (destinations/bytes/timing)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failure: quarantine job + revoke tokens (fail closed)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5577840"/>
            <a:ext cx="10652760" cy="7315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43000" y="5715000"/>
            <a:ext cx="1019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scope: catches common steganography and “notes to the future.” Layer stronger detectors over time.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24/27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Incident response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Covert-channel handling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Quarantine → replay → remediate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covert-channel flags as security incidents. Preserve evidence; revert to known-good policies; add regression tests.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3149498" cy="2971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3149498" cy="731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27837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Immediate (minutes)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514600"/>
            <a:ext cx="27837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job; fail closed on actuation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Revoke job tokens; tighten allowlists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 evidence bundle (prompts, tools, artifacts)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29658" y="2011680"/>
            <a:ext cx="3149498" cy="2971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29658" y="2011680"/>
            <a:ext cx="3149498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2538" y="2194560"/>
            <a:ext cx="27837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 (hours)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12538" y="2514600"/>
            <a:ext cx="27837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replay of the work unit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 outputs vs baseline; run scanners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channel vector (memory/output/payload)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44917" y="2011680"/>
            <a:ext cx="3149498" cy="2971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44917" y="2011680"/>
            <a:ext cx="3149498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27797" y="2194560"/>
            <a:ext cx="27837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Remediation (days)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7797" y="2514600"/>
            <a:ext cx="27837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schemas/scanners/policies; rotate secrets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regression tests; update playbooks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 gradually with higher gates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5166360"/>
            <a:ext cx="10652760" cy="914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43000" y="5303520"/>
            <a:ext cx="10195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for forensics: JobSpec + policy version, runtime attestation (hash/SBOM), tool receipts, egress logs, memory diffs, approvals, containment timeline.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25/27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Hardening pack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1094415" cy="5577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Ship missing controls in 3 sprints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3149498" cy="3520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1874520"/>
            <a:ext cx="3149498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057400"/>
            <a:ext cx="278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1 (2 wks): egress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2783738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Egress gateway + DNS allowlist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Default-deny outbound from runtimes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Per-workflow EgressPolicy (as code)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 + rate limits + receipts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consoles/tunnels/paste sites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29658" y="1874520"/>
            <a:ext cx="3149498" cy="3520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29658" y="1874520"/>
            <a:ext cx="3149498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2538" y="2057400"/>
            <a:ext cx="278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2 (2 wks): secrets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2538" y="2514600"/>
            <a:ext cx="2783738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vending (STS) + Vault/HSM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Job-scoped tokens; audience/tool-bound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Proxy injects auth (no secrets in-context)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Revocation + rotation runbooks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propose vs commit creds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44917" y="1874520"/>
            <a:ext cx="3149498" cy="3520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944917" y="1874520"/>
            <a:ext cx="3149498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27797" y="2057400"/>
            <a:ext cx="278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3 (2 wks): covert channels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7797" y="2514600"/>
            <a:ext cx="2783738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Normalization pipeline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scanners (entropy/similarity)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Canary tokens + exfil alarms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Quarantine + replay tooling</a:t>
            </a:r>
            <a:endParaRPr lang="en-US" sz="1200" dirty="0"/>
          </a:p>
          <a:p>
            <a:pPr marL="137160" indent="-13716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playbook + regression suite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5577840"/>
            <a:ext cx="10652760" cy="7315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5715000"/>
            <a:ext cx="1019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criteria: actuation routes are policy-gated, secrets never reach model text, persistence/egress are scanned + attributable, incidents are replayable and auditable.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243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Autonomy Control Plane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789920" y="6556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26/27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325880"/>
            <a:ext cx="10637215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041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" y="1325880"/>
            <a:ext cx="73152" cy="420624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Autonomy,</a:t>
            </a:r>
            <a:endParaRPr lang="en-US" sz="5200" dirty="0"/>
          </a:p>
          <a:p>
            <a:pPr marL="0" indent="0">
              <a:buNone/>
            </a:pPr>
            <a:r>
              <a:rPr lang="en-US" sz="5200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made admissible.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143000" y="3017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Proof-native · Policy-bound · Fail-closed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3657600"/>
            <a:ext cx="9966960" cy="11430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25880" y="38404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Invariant: no value without evidence · no autonomy without authority · no settlement without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5074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Montreal.AI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2934</Words>
  <Application>Microsoft Macintosh PowerPoint</Application>
  <PresentationFormat>Widescreen</PresentationFormat>
  <Paragraphs>566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Vincent Boucher</cp:lastModifiedBy>
  <cp:revision>2</cp:revision>
  <dcterms:created xsi:type="dcterms:W3CDTF">2026-01-05T21:32:31Z</dcterms:created>
  <dcterms:modified xsi:type="dcterms:W3CDTF">2026-01-05T22:34:19Z</dcterms:modified>
</cp:coreProperties>
</file>